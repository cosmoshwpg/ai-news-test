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91695" cy="246888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56232"/>
            <a:ext cx="10607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Parallel Prefix Verification 技术洞察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2761488"/>
            <a:ext cx="9875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语义级 speculative generation 的并行验证路线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7680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技术洞察日报 | AI 推理与服务加速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4498848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2026年05月07日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26187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6245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81328" y="120700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研究定位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81328" y="167335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一句话结论、真实案例、路线象限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35915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45973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30428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机制拆解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81328" y="277063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系统链条、并行前缀验证机制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45643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5701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34015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实验证据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81328" y="386791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主结果、消融、baseline 公平性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55371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5429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449884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工程判断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81328" y="496519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 Test、适用边界、管理启示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arXiv:2605.04263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真正价值在验证粒度重构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67344" y="0"/>
          <a:ext cx="3218688" cy="292608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机制拆解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工程判断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1"/>
          <p:cNvSpPr/>
          <p:nvPr/>
        </p:nvSpPr>
        <p:spPr>
          <a:xfrm>
            <a:off x="8467344" y="0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67344" y="292608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67344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201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668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价值重心：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 不是更快的小模型，而是把 target 的检错能力转成可并行的语义前缀验证。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路线突破：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它同时拿到 semantic 长接受单元和一次 prefill 的并行验证，绕开逐段 judge 的串行瓶颈。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工程边界：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收益依赖 draft 可复用前缀比例与 judge 阈值校准，不能视为无损 token-spec 解码替代。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979481"/>
            <a:ext cx="6876288" cy="19597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648" y="4994087"/>
            <a:ext cx="66568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核心数字：PARSE 把语义前缀验证转化为可并行的吞吐收益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648" y="5222687"/>
            <a:ext cx="66568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 摘要、实验设置、Table 1、Table 3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7543800" y="2258568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90104" y="2308860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543800" y="2569464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62672" y="2679192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系统对象：LLM serving 中 target model 对 draft answer 的验证与续写路径。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瓶颈对象：语义段验证原本必须逐段等待 judge 结果。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43800" y="4288536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90104" y="4338828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43800" y="4599432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62672" y="4709160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关键不是让 draft 更强，而是让 target 一次性定位最长正确前缀，并只重写后缀。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这会把推理加速从 token 概率一致扩展到语义轨迹一致。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真实案例入口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从错误行定位到后缀重写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67344" y="0"/>
          <a:ext cx="3218688" cy="292608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机制拆解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工程判断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67344" y="0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" name="Shape 2"/>
          <p:cNvSpPr/>
          <p:nvPr/>
        </p:nvSpPr>
        <p:spPr>
          <a:xfrm>
            <a:off x="8467344" y="292608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67344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201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668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任务入口：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 先给出完整解答，target 不逐 token 对齐，而是判断哪些语义前缀仍成立。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失败路径：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小模型在关键算式处偏离，若整体拒绝会浪费前面正确推理。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方法介入：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 找到最后正确边界，从该位置让 target 续写，复用黑色前缀并替换错误后缀。</a:t>
            </a:r>
            <a:endParaRPr lang="en-US" sz="1400" dirty="0"/>
          </a:p>
        </p:txBody>
      </p:sp>
      <p:pic>
        <p:nvPicPr>
          <p:cNvPr id="18" name="Image 0" descr="D:\Agent Repo\Mozhi-s-AgentWorkspace\.tmp\pdf_xml\parallel_prefix_verification_20260507\final\images\pictur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367754"/>
            <a:ext cx="6803136" cy="31831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648" y="5605814"/>
            <a:ext cx="66568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真实案例：draft 错误不是触发全量重启，而是触发从最后正确前缀续写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648" y="5834414"/>
            <a:ext cx="66568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Figure 3，Docling 导出 picture_003.png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7543800" y="2258568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90104" y="2308860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结构化复盘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543800" y="2569464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62672" y="2679192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目标：在保持答案正确性的同时减少 target 解码量。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输入：问题 q 与小模型完整 draft。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失败：draft 后半段算式或事实推理偏离。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43800" y="4288536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90104" y="4338828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行为变化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43800" y="4599432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62672" y="4709160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旧路径：整体判错后 target 从头重写。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PARSE：一次 prefill 找到最长正确前缀。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结果：保留可复用前缀，只让 target 生成必要后缀。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背景路线定位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并行性与接受长度原本互斥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67344" y="0"/>
          <a:ext cx="3218688" cy="292608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机制拆解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工程判断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67344" y="0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67344" y="292608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" name="Shape 3"/>
          <p:cNvSpPr/>
          <p:nvPr/>
        </p:nvSpPr>
        <p:spPr>
          <a:xfrm>
            <a:off x="8467344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201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668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级方法可并行但接受跨度短；semantic 级方法接受跨度长但逐段验证。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路线差异：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 填补的是 semantic prefix + parallel verify 象限，而不是继续优化 draft tree。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引入代价：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它放弃严格分布等价，转向 target judge 的语义正确性与阈值风险管理。</a:t>
            </a:r>
            <a:endParaRPr lang="en-US" sz="1400" dirty="0"/>
          </a:p>
        </p:txBody>
      </p:sp>
      <p:pic>
        <p:nvPicPr>
          <p:cNvPr id="18" name="Image 0" descr="D:\Agent Repo\Mozhi-s-AgentWorkspace\.tmp\pdf_xml\parallel_prefix_verification_20260507\final\images\picture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429295"/>
            <a:ext cx="6803136" cy="306011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648" y="5544273"/>
            <a:ext cx="66568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路线象限：PARSE 试图同时获得长语义接受单元与并行验证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648" y="5772873"/>
            <a:ext cx="66568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Figure 1，Docling 导出 picture_001.png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7543800" y="2258568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90104" y="2308860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天然解决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543800" y="2569464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62672" y="2679192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 target 需要实际 decode 的 token 数。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把多个前缀判定摊到一次 prefill。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可与 EAGLE3 等 token 级方法叠加。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43800" y="4288536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90104" y="4338828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天然引入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43800" y="4599432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62672" y="4709160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语义正确性不等同于 token 分布无损。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 阈值、draft-target family mismatch 和安全场景误判会成为新风险。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技术全景架构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draft、judge、续写闭环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67344" y="0"/>
          <a:ext cx="3218688" cy="292608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机制拆解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工程判断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67344" y="0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67344" y="292608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67344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" name="Shape 4"/>
          <p:cNvSpPr/>
          <p:nvPr/>
        </p:nvSpPr>
        <p:spPr>
          <a:xfrm>
            <a:off x="927201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668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请求先进入小 draft model 生成完整候选，再进入 target judge 做全量与前缀验证。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verify 通过则返回；失败则 partial verify 找边界，这是复用前缀的分岔点。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反馈流：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 tau 与 chunk size 控制误判/收益权衡，实验中按模型 family 校准。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5398"/>
            <a:ext cx="6876288" cy="122790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648" y="4628170"/>
            <a:ext cx="66568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系统链条：小模型产出候选，target 同时承担 judge 与续写者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648" y="4856770"/>
            <a:ext cx="66568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PARSE Design、Algorithm 1/2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7543800" y="2258568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90104" y="2308860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 架构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543800" y="2569464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62672" y="2679192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-&gt; Draft(y1:T) -&gt; Full Judge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通过：return draft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失败：Prefix Judge -&gt; t*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t*&gt;0：Target continue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t*=0：Target restart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43800" y="4288536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90104" y="4338828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训练/更新流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43800" y="4599432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62672" y="4709160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关键拐点：并行前缀验证是系统从整体拒绝转向可复用前缀的分岔点。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论文主张无需重新训练 draft 或 target。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工程更新集中在 SGLang 推理路径、attention mask、judge prompt 与阈值校准。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核心机制拆解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一次 prefill 读出多个前缀判定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67344" y="0"/>
          <a:ext cx="3218688" cy="292608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机制拆解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工程判断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67344" y="0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67344" y="292608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67344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201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" name="Shape 5"/>
          <p:cNvSpPr/>
          <p:nvPr/>
        </p:nvSpPr>
        <p:spPr>
          <a:xfrm>
            <a:off x="1007668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关键技巧：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把多个 chat-template suffix 拼到同一序列，每个 suffix 只看对应前缀。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底层逻辑：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 每个位置已有前缀状态，关键是让该位置输出判定 token。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迁移价值：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该设计把语义验证的 n 次 prefill 降为一次 prefill 加 n 个短 suffix 的开销。</a:t>
            </a:r>
            <a:endParaRPr lang="en-US" sz="1400" dirty="0"/>
          </a:p>
        </p:txBody>
      </p:sp>
      <p:pic>
        <p:nvPicPr>
          <p:cNvPr id="18" name="Image 0" descr="D:\Agent Repo\Mozhi-s-AgentWorkspace\.tmp\pdf_xml\parallel_prefix_verification_20260507\final\images\picture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374238"/>
            <a:ext cx="6803136" cy="317022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648" y="5599330"/>
            <a:ext cx="66568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机制图：复制 suffix 并用 custom attention mask 隔离各个 prefix query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648" y="5827930"/>
            <a:ext cx="66568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Figure 4，Docling 导出 picture_004.png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7543800" y="2258568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90104" y="2308860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543800" y="2569464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62672" y="2679192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输入：完整 draft y1:T、候选边界 ti、分类 suffix。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输出：边界判定与最长正确前缀 t*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43800" y="4288536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90104" y="4338828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风险点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43800" y="4599432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62672" y="4709160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实现必须保证 suffix 间不可见。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template 强依赖模型 family。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阈值过严会重启过多，过松会放过错误前缀。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实验结果总览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速度提升来自可复用前缀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67344" y="0"/>
          <a:ext cx="3218688" cy="292608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机制拆解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工程判断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67344" y="0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67344" y="292608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67344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201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668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" name="Shape 6"/>
          <p:cNvSpPr/>
          <p:nvPr/>
        </p:nvSpPr>
        <p:spPr>
          <a:xfrm>
            <a:off x="108813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证据强项：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主结果表覆盖知识、数学、代码和开放对话，PARSE 在各基准上均快于 235B target。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收益分布：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易题如 GSM8K 的 draft 更容易正确，收益最高；难题如 GPQA 收益最低。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组合结论：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组合方案 PARSE+E3 在所有基准上高于单独方法，说明两类瓶颈互补。</a:t>
            </a:r>
            <a:endParaRPr lang="en-US" sz="1400" dirty="0"/>
          </a:p>
        </p:txBody>
      </p:sp>
      <p:pic>
        <p:nvPicPr>
          <p:cNvPr id="18" name="Image 0" descr="D:\Agent Repo\Mozhi-s-AgentWorkspace\.tmp\pdf_xml\parallel_prefix_verification_20260507\final\images\table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787951"/>
            <a:ext cx="6803136" cy="23428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648" y="5185617"/>
            <a:ext cx="66568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主结果表：PARSE 在 8 个 benchmark 上获得 1.25x-4.29x speedup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648" y="5414217"/>
            <a:ext cx="66568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Table 1，Docling 导出 table_001.png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7543800" y="2258568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90104" y="2308860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543800" y="2569464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62672" y="2679192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PARSE：GPQA 1.25x，GSM8K 4.29x。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PARSE+E3：GPQA 1.59x，GSM8K 4.46x。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HumanEval+ 上 PARSE accuracy 高于 235B 表值。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43800" y="4288536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90104" y="4338828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43800" y="4599432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62672" y="4709160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强：多任务、多指标、同表 baseline。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弱：无采样设置，主实验集中在 Qwen3-235B / SGLang / H200，生产环境外推仍需压测。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消融与对比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partial verify 是速度主因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67344" y="0"/>
          <a:ext cx="3218688" cy="292608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机制拆解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工程判断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67344" y="0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67344" y="292608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67344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201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668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" name="Shape 7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消融信号：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partial verify 时，拒绝 draft 会退化为全量 target 重写，速度优势大幅消失。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路线对比：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SpecReason 准确率接近，但逐段验证导致吞吐明显落后。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证据边界：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论文报告 negligible accuracy degradation，但语义判定仍不是 token-level lossless guarantee。</a:t>
            </a:r>
            <a:endParaRPr lang="en-US" sz="1400" dirty="0"/>
          </a:p>
        </p:txBody>
      </p:sp>
      <p:pic>
        <p:nvPicPr>
          <p:cNvPr id="18" name="Image 0" descr="D:\Agent Repo\Mozhi-s-AgentWorkspace\.tmp\pdf_xml\parallel_prefix_verification_20260507\final\images\picture_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95" y="2295144"/>
            <a:ext cx="6434938" cy="33284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648" y="5678424"/>
            <a:ext cx="66568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组合收益：PARSE 减少 target 需生成 token，EAGLE3 加速剩余 token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648" y="5907024"/>
            <a:ext cx="66568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Figure 8，Docling 导出 picture_007.png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7543800" y="2258568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90104" y="2308860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543800" y="2569464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62672" y="2679192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目标模型：Qwen3-235B-A22B-Instruct-FP8。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Draft：Qwen3-8B。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推理引擎：SGLang；硬件：4x NVIDIA H200。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43800" y="4288536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90104" y="4338828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公平性问题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43800" y="4599432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62672" y="4709160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 覆盖 target、draft、EAGLE3、SpecReason。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但超参阈值需要校准，跨硬件、batch 形态和 SLO 约束下仍需成本归一化复现。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 Test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落地价值与回滚边界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67344" y="0"/>
          <a:ext cx="3218688" cy="292608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机制拆解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工程判断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67344" y="0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67344" y="292608"/>
            <a:ext cx="3218688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67344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201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668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2" name="Shape 8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适合成本受限、可容忍语义 judge 风险且 draft 经常产出可复用前缀的推理服务。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风险焦点：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安全、金融、医疗等高风险场景不能只靠 target judge confidence 替代强校验。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管理启示：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把方法作为 serving 策略候选，而不是模型能力提升；上线要绑定灰度、审计和回滚。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258568"/>
            <a:ext cx="687628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2788920"/>
            <a:ext cx="1467612" cy="384048"/>
          </a:xfrm>
          <a:prstGeom prst="rect">
            <a:avLst/>
          </a:prstGeom>
          <a:solidFill>
            <a:srgbClr val="C00000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" y="2880360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473452" y="2788920"/>
            <a:ext cx="1467612" cy="384048"/>
          </a:xfrm>
          <a:prstGeom prst="rect">
            <a:avLst/>
          </a:prstGeom>
          <a:solidFill>
            <a:srgbClr val="C00000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10028" y="2880360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941064" y="2788920"/>
            <a:ext cx="1467612" cy="384048"/>
          </a:xfrm>
          <a:prstGeom prst="rect">
            <a:avLst/>
          </a:prstGeom>
          <a:solidFill>
            <a:srgbClr val="C00000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77640" y="2880360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08676" y="2788920"/>
            <a:ext cx="1467612" cy="384048"/>
          </a:xfrm>
          <a:prstGeom prst="rect">
            <a:avLst/>
          </a:prstGeom>
          <a:solidFill>
            <a:srgbClr val="C00000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5252" y="2880360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落地控制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05840" y="3172968"/>
            <a:ext cx="14676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2416" y="3264408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73452" y="3172968"/>
            <a:ext cx="14676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10028" y="3264408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少解码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941064" y="3172968"/>
            <a:ext cx="14676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77640" y="3264408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 prefill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408676" y="3172968"/>
            <a:ext cx="14676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45252" y="3264408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按接受率核算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1005840" y="3557016"/>
            <a:ext cx="1467612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42416" y="3648456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473452" y="3557016"/>
            <a:ext cx="1467612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10028" y="3648456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复用前缀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941064" y="3557016"/>
            <a:ext cx="1467612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977640" y="3648456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非无损保证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408676" y="3557016"/>
            <a:ext cx="1467612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45252" y="3648456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高风险强校验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05840" y="3941064"/>
            <a:ext cx="14676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42416" y="4032504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473452" y="3941064"/>
            <a:ext cx="14676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10028" y="4032504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可叠加 EAGLE3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941064" y="3941064"/>
            <a:ext cx="14676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977640" y="4032504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/ KV 复杂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5408676" y="3941064"/>
            <a:ext cx="14676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45252" y="4032504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先灰度压测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005840" y="4325112"/>
            <a:ext cx="1467612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42416" y="4416552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2473452" y="4325112"/>
            <a:ext cx="1467612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510028" y="4416552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路由可关闭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3941064" y="4325112"/>
            <a:ext cx="1467612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977640" y="4416552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阈值漂移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5408676" y="4325112"/>
            <a:ext cx="1467612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445252" y="4416552"/>
            <a:ext cx="13944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 conf / t*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12648" y="5715000"/>
            <a:ext cx="66568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工程判断矩阵：PARSE 的价值来自 serving 侧策略优化，风险来自语义 judge 与系统实现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612648" y="5943600"/>
            <a:ext cx="66568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来源：论文机制、实验设置与本文技术判断</a:t>
            </a:r>
            <a:endParaRPr lang="en-US" sz="600" dirty="0"/>
          </a:p>
        </p:txBody>
      </p:sp>
      <p:sp>
        <p:nvSpPr>
          <p:cNvPr id="61" name="Shape 58"/>
          <p:cNvSpPr/>
          <p:nvPr/>
        </p:nvSpPr>
        <p:spPr>
          <a:xfrm>
            <a:off x="7543800" y="2258568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690104" y="2308860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最重要结论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7543800" y="2569464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662672" y="2679192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 的真正启发是：大模型推理加速可以从“预测下一个 token”转向“验证哪段语义轨迹仍可信”。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7543800" y="4288536"/>
            <a:ext cx="414223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690104" y="4338828"/>
            <a:ext cx="384962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下一步验证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7543800" y="4599432"/>
            <a:ext cx="4142232" cy="15910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662672" y="4709160"/>
            <a:ext cx="3904488" cy="1408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用自有任务测 draft 可复用前缀比例。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对安全任务做 false accept 审计。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以 SLO、batch、显存预算重算端到端收益。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来源：arXiv:2605.04263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Huawei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Prefix Verification 技术洞察</dc:title>
  <dc:subject>2026年05月07日技术洞察日报</dc:subject>
  <dc:creator>Huawei PPTX Generator</dc:creator>
  <cp:lastModifiedBy>Huawei PPTX Generator</cp:lastModifiedBy>
  <cp:revision>1</cp:revision>
  <dcterms:created xsi:type="dcterms:W3CDTF">2026-05-07T10:14:11Z</dcterms:created>
  <dcterms:modified xsi:type="dcterms:W3CDTF">2026-05-07T10:14:11Z</dcterms:modified>
</cp:coreProperties>
</file>